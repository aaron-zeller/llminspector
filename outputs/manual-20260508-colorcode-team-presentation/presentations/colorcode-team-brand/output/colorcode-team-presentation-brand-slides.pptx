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1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21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2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E">
              <a:alpha val="86000"/>
            </a:srgbClr>
          </a:solidFill>
          <a:ln w="12700">
            <a:solidFill>
              <a:srgbClr val="1118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8763000" y="0"/>
            <a:ext cx="3429000" cy="6858000"/>
          </a:xfrm>
          <a:prstGeom prst="rect">
            <a:avLst/>
          </a:prstGeom>
          <a:solidFill>
            <a:srgbClr val="2D3A5C">
              <a:alpha val="62000"/>
            </a:srgbClr>
          </a:solidFill>
          <a:ln w="12700">
            <a:solidFill>
              <a:srgbClr val="2D3A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 rot="5400000" flipV="1">
            <a:off x="5329122" y="3406140"/>
            <a:ext cx="6858000" cy="45719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3474720" y="2852928"/>
            <a:ext cx="52486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COLORCODE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12192000" cy="41148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566928" y="30175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COLORCODE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382512"/>
            <a:ext cx="12192000" cy="4754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9" name="Picture 8" descr="A qr code with a letter on it&#10;&#10;AI-generated content may be incorrect.">
            <a:extLst>
              <a:ext uri="{FF2B5EF4-FFF2-40B4-BE49-F238E27FC236}">
                <a16:creationId xmlns:a16="http://schemas.microsoft.com/office/drawing/2014/main" id="{57FB64A3-F363-59BE-56F0-BCF7ACFA5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189" y="973836"/>
            <a:ext cx="4349622" cy="43496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4486BB-C021-3D11-002B-2845DA2D1F63}"/>
              </a:ext>
            </a:extLst>
          </p:cNvPr>
          <p:cNvSpPr txBox="1"/>
          <p:nvPr/>
        </p:nvSpPr>
        <p:spPr>
          <a:xfrm>
            <a:off x="4248379" y="5155871"/>
            <a:ext cx="36952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solidFill>
                  <a:srgbClr val="18213C"/>
                </a:solidFill>
              </a:rPr>
              <a:t>c</a:t>
            </a:r>
            <a:r>
              <a:rPr lang="en-CH" sz="4400" dirty="0">
                <a:solidFill>
                  <a:srgbClr val="18213C"/>
                </a:solidFill>
              </a:rPr>
              <a:t>olorcode-ai.ch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511296" y="2578608"/>
            <a:ext cx="51755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498848" y="3584448"/>
            <a:ext cx="3218688" cy="2743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3986784" y="3913632"/>
            <a:ext cx="4224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COLORCODE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</Words>
  <Application>Microsoft Macintosh PowerPoint</Application>
  <PresentationFormat>Widescreen</PresentationFormat>
  <Paragraphs>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Playfair Display</vt:lpstr>
      <vt:lpstr>Office Theme</vt:lpstr>
      <vt:lpstr>PowerPoint Presentation</vt:lpstr>
      <vt:lpstr>PowerPoint Presentation</vt:lpstr>
      <vt:lpstr>PowerPoint Presentation</vt:lpstr>
    </vt:vector>
  </TitlesOfParts>
  <Company>COLORCODE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COLORCODE Team Presentation Brand Slides</dc:title>
  <dc:subject>COLORCODE team presentation brand slides</dc:subject>
  <dc:creator>COLORCODE</dc:creator>
  <cp:lastModifiedBy>Aaron Zeller</cp:lastModifiedBy>
  <cp:revision>3</cp:revision>
  <dcterms:created xsi:type="dcterms:W3CDTF">2026-05-08T05:50:37Z</dcterms:created>
  <dcterms:modified xsi:type="dcterms:W3CDTF">2026-05-08T06:29:24Z</dcterms:modified>
</cp:coreProperties>
</file>