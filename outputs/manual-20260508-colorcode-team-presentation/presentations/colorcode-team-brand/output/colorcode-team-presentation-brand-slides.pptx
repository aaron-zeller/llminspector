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9" r:id="rId3"/>
    <p:sldId id="261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95241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3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82E">
              <a:alpha val="86000"/>
            </a:srgbClr>
          </a:solidFill>
          <a:ln w="12700">
            <a:solidFill>
              <a:srgbClr val="1118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3" name="Shape 1"/>
          <p:cNvSpPr/>
          <p:nvPr/>
        </p:nvSpPr>
        <p:spPr>
          <a:xfrm>
            <a:off x="8763000" y="0"/>
            <a:ext cx="3429000" cy="6858000"/>
          </a:xfrm>
          <a:prstGeom prst="rect">
            <a:avLst/>
          </a:prstGeom>
          <a:solidFill>
            <a:srgbClr val="2D3A5C">
              <a:alpha val="62000"/>
            </a:srgbClr>
          </a:solidFill>
          <a:ln w="12700">
            <a:solidFill>
              <a:srgbClr val="2D3A5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Shape 3"/>
          <p:cNvSpPr/>
          <p:nvPr/>
        </p:nvSpPr>
        <p:spPr>
          <a:xfrm rot="5400000" flipV="1">
            <a:off x="5329122" y="3406140"/>
            <a:ext cx="6858000" cy="45719"/>
          </a:xfrm>
          <a:prstGeom prst="rect">
            <a:avLst/>
          </a:prstGeom>
          <a:solidFill>
            <a:srgbClr val="B8963E"/>
          </a:solidFill>
          <a:ln w="12700">
            <a:solidFill>
              <a:srgbClr val="B8963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4"/>
          <p:cNvSpPr/>
          <p:nvPr/>
        </p:nvSpPr>
        <p:spPr>
          <a:xfrm>
            <a:off x="3474720" y="2852928"/>
            <a:ext cx="524865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COLORCODE</a:t>
            </a:r>
            <a:endParaRPr lang="en-US" sz="3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32688"/>
          </a:xfrm>
          <a:prstGeom prst="rect">
            <a:avLst/>
          </a:prstGeom>
          <a:solidFill>
            <a:srgbClr val="1A2340"/>
          </a:solidFill>
          <a:ln w="12700">
            <a:solidFill>
              <a:srgbClr val="1A23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3" name="Shape 1"/>
          <p:cNvSpPr/>
          <p:nvPr/>
        </p:nvSpPr>
        <p:spPr>
          <a:xfrm>
            <a:off x="0" y="932688"/>
            <a:ext cx="12192000" cy="41148"/>
          </a:xfrm>
          <a:prstGeom prst="rect">
            <a:avLst/>
          </a:prstGeom>
          <a:solidFill>
            <a:srgbClr val="B8963E"/>
          </a:solidFill>
          <a:ln w="12700">
            <a:solidFill>
              <a:srgbClr val="B8963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4" name="Text 2"/>
          <p:cNvSpPr/>
          <p:nvPr/>
        </p:nvSpPr>
        <p:spPr>
          <a:xfrm>
            <a:off x="566928" y="301752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COLORCODE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382512"/>
            <a:ext cx="12192000" cy="475488"/>
          </a:xfrm>
          <a:prstGeom prst="rect">
            <a:avLst/>
          </a:prstGeom>
          <a:solidFill>
            <a:srgbClr val="1A2340"/>
          </a:solidFill>
          <a:ln w="12700">
            <a:solidFill>
              <a:srgbClr val="1A23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9" name="Picture 8" descr="A qr code with a letter on it&#10;&#10;AI-generated content may be incorrect.">
            <a:extLst>
              <a:ext uri="{FF2B5EF4-FFF2-40B4-BE49-F238E27FC236}">
                <a16:creationId xmlns:a16="http://schemas.microsoft.com/office/drawing/2014/main" id="{57FB64A3-F363-59BE-56F0-BCF7ACFA5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877" y="1122903"/>
            <a:ext cx="5028246" cy="502824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3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511296" y="2578608"/>
            <a:ext cx="517550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Thank you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498848" y="3584448"/>
            <a:ext cx="3218688" cy="27432"/>
          </a:xfrm>
          <a:prstGeom prst="rect">
            <a:avLst/>
          </a:prstGeom>
          <a:solidFill>
            <a:srgbClr val="B8963E"/>
          </a:solidFill>
          <a:ln w="12700">
            <a:solidFill>
              <a:srgbClr val="B8963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3986784" y="3913632"/>
            <a:ext cx="42245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COLORCODE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layfair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8</Words>
  <Application>Microsoft Macintosh PowerPoint</Application>
  <PresentationFormat>Widescreen</PresentationFormat>
  <Paragraphs>7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Playfair Display</vt:lpstr>
      <vt:lpstr>Office Theme</vt:lpstr>
      <vt:lpstr>PowerPoint Presentation</vt:lpstr>
      <vt:lpstr>PowerPoint Presentation</vt:lpstr>
      <vt:lpstr>PowerPoint Presentation</vt:lpstr>
    </vt:vector>
  </TitlesOfParts>
  <Company>COLORCODE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COLORCODE Team Presentation Brand Slides</dc:title>
  <dc:subject>COLORCODE team presentation brand slides</dc:subject>
  <dc:creator>COLORCODE</dc:creator>
  <cp:lastModifiedBy>Aaron Zeller</cp:lastModifiedBy>
  <cp:revision>2</cp:revision>
  <dcterms:created xsi:type="dcterms:W3CDTF">2026-05-08T05:50:37Z</dcterms:created>
  <dcterms:modified xsi:type="dcterms:W3CDTF">2026-05-08T05:58:43Z</dcterms:modified>
</cp:coreProperties>
</file>